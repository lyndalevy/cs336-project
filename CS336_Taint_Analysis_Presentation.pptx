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Static Taint Analysis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31520" y="192024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Web Vulnerabilities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9260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CS336: Program Analysis for Security &amp; Privacy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1605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Monmouth University  |  Spring 2026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[Your Group Members Here]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is Taint Analysis?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246888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80160"/>
            <a:ext cx="2468880" cy="7315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5544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SOURCE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untrusted data enters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program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14400" y="3017520"/>
            <a:ext cx="2103120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30632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 x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74720" y="1280160"/>
            <a:ext cx="246888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74720" y="1280160"/>
            <a:ext cx="2468880" cy="73152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0" y="15544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SINK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57600" y="201168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Dangerous operations that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 not get tainted data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0" y="3017520"/>
            <a:ext cx="2103120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4" name="Text 12"/>
          <p:cNvSpPr/>
          <p:nvPr/>
        </p:nvSpPr>
        <p:spPr>
          <a:xfrm>
            <a:off x="3794760" y="30632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sql_exec(query)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1280160"/>
            <a:ext cx="246888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17920" y="1280160"/>
            <a:ext cx="2468880" cy="73152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0" y="15544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SANITIZER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00800" y="201168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Functions that clean data,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removing the taint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0" y="3017520"/>
            <a:ext cx="2103120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0" name="Text 18"/>
          <p:cNvSpPr/>
          <p:nvPr/>
        </p:nvSpPr>
        <p:spPr>
          <a:xfrm>
            <a:off x="6537960" y="30632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sanitize(x)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1520" y="443484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Goal: Flag any path where a SOURCE reaches a SINK without passing through a SANITIZER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System Architecture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182880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463040"/>
            <a:ext cx="1828800" cy="502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481328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Lexer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82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lexer.ml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246888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text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Tokens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286000" y="21031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B82F6"/>
                </a:solidFill>
              </a:rPr>
              <a:t>→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2651760" y="1463040"/>
            <a:ext cx="182880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51760" y="1463040"/>
            <a:ext cx="1828800" cy="502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2651760" y="1481328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Parser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651760" y="21031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82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parser.ml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788920" y="246888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AST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80560" y="21031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B82F6"/>
                </a:solidFill>
              </a:rPr>
              <a:t>→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4846320" y="1463040"/>
            <a:ext cx="182880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846320" y="1463040"/>
            <a:ext cx="1828800" cy="502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4846320" y="1481328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Analyzer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46320" y="21031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82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taint.ml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983480" y="246888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Warnings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675120" y="21031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B82F6"/>
                </a:solidFill>
              </a:rPr>
              <a:t>→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7040880" y="1463040"/>
            <a:ext cx="182880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040880" y="1463040"/>
            <a:ext cx="1828800" cy="502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7040880" y="1481328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Reporter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040880" y="21031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82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main.ml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178040" y="246888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Warnings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Output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31520" y="443484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built from scratch in OCaml — no external analysis libraries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It Works: Transfer Functions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188720"/>
          <a:ext cx="768096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7548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Statement</a:t>
                      </a:r>
                      <a:endParaRPr lang="en-US" sz="130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What happens to taint</a:t>
                      </a:r>
                      <a:endParaRPr lang="en-US" sz="130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input x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x becomes TAINTED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:= expr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x is tainted if any var in expr is tainted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sanitize(x)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x becomes CLEAN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sink(expr)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</a:rPr>
                        <a:t>WARNING if any var in expr is tainted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if...else...end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Merge both branches (union = sound)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while...end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Iterate until fixed point (no new taint)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31520" y="4114800"/>
            <a:ext cx="768096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914400" y="416052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Lattice: </a:t>
            </a:r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⊑ Tainted  |  Join = union  |  Guarantees convergence (finite height)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Demo: Vulnerabilities Detected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188720"/>
            <a:ext cx="73152" cy="18288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234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Test 1: SQL Injection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1645920"/>
            <a:ext cx="3383280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6916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 user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 := user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sql_exec(query)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25603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user → query → sql_exec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73152" cy="18288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0" y="1234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Test 3: XSS Propagation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0" y="1645920"/>
            <a:ext cx="3383280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3" name="Text 11"/>
          <p:cNvSpPr/>
          <p:nvPr/>
        </p:nvSpPr>
        <p:spPr>
          <a:xfrm>
            <a:off x="5166360" y="16916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 name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greeting := name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html_output(msg)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0" y="25603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name → greeting → msg → html_output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39319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3200400"/>
            <a:ext cx="73152" cy="18288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2461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Test 4: Conditional Branch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3657600"/>
            <a:ext cx="3383280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370332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 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x&gt;0 then y:=x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 y:=42 end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457200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y tainted via then-branch (sound merge)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754880" y="3200400"/>
            <a:ext cx="39319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54880" y="3200400"/>
            <a:ext cx="73152" cy="18288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0" y="32461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Test 5: Loop Propagation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029200" y="3657600"/>
            <a:ext cx="3383280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5" name="Text 23"/>
          <p:cNvSpPr/>
          <p:nvPr/>
        </p:nvSpPr>
        <p:spPr>
          <a:xfrm>
            <a:off x="5166360" y="370332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 seed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 := total+seed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 total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29200" y="457200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seed taints total (fixed-point iteration)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Demo: Clean Programs Pass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1280160"/>
            <a:ext cx="347472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280160"/>
            <a:ext cx="73152" cy="25603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137160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Test 2: Sanitized Input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188720" y="1828800"/>
            <a:ext cx="2926080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1325880" y="187452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 user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sanitize(user)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sql_exec(user)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88720" y="283464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No warnings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88720" y="31546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Sanitizer removes taint before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reaches the sink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1280160"/>
            <a:ext cx="347472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280160"/>
            <a:ext cx="73152" cy="25603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137160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Test 6: No User Input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0" y="1828800"/>
            <a:ext cx="2926080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4" name="Text 12"/>
          <p:cNvSpPr/>
          <p:nvPr/>
        </p:nvSpPr>
        <p:spPr>
          <a:xfrm>
            <a:off x="5166360" y="187452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:= 10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:= 20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 := x + 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 z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83464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No taint violations found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0" y="31546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sources exist — hardcoded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values are always clean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" y="4206240"/>
            <a:ext cx="768096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20624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tests total:  </a:t>
            </a:r>
            <a:pPr algn="ctr"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vulnerabilities caught</a:t>
            </a:r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  |  </a:t>
            </a:r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 clean programs verified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Soundness &amp; Limitations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188720"/>
            <a:ext cx="3931920" cy="73152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37160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Sound Analysis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3474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Over-approximates at every join point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produce false positives
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Will NEVER miss a real vulnerability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Union-based merge guarantees this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188720"/>
            <a:ext cx="393192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188720"/>
            <a:ext cx="3931920" cy="73152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137160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Current Limitations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0" y="1828800"/>
            <a:ext cx="3474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inter-procedural analysis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namespace (no heap/arrays)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Flow-sensitive but not path-sensitive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IMP-Core only (not real languages)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474720"/>
            <a:ext cx="822960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3474720"/>
            <a:ext cx="8229600" cy="7315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6118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Possible Extensions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31520" y="40233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sensitivity to reduce false positives  |  </a:t>
            </a:r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Inter-procedural analysis with call graphs  |  </a:t>
            </a:r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Implicit flows (control dependencies)  |  </a:t>
            </a:r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real languages (JS, PHP)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Questions?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4688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Taint Analysis for Web Vulnerabilities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in OCaml  |  6 Test Cases  |  Sound Analysis  |  Zero Dependencies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CS336: Static Taint Analysis for Web Vulnerabilities</dc:title>
  <dc:subject>PptxGenJS Presentation</dc:subject>
  <dc:creator>PptxGenJS</dc:creator>
  <cp:lastModifiedBy>PptxGenJS</cp:lastModifiedBy>
  <cp:revision>1</cp:revision>
  <dcterms:created xsi:type="dcterms:W3CDTF">2026-04-20T19:25:46Z</dcterms:created>
  <dcterms:modified xsi:type="dcterms:W3CDTF">2026-04-20T19:25:46Z</dcterms:modified>
</cp:coreProperties>
</file>