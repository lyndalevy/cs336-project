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dattilo" userId="02e58e8a81a91aa9" providerId="LiveId" clId="{3304CED0-380F-41B8-A54F-47AE7449B4F6}"/>
    <pc:docChg chg="delSld modSld">
      <pc:chgData name="m dattilo" userId="02e58e8a81a91aa9" providerId="LiveId" clId="{3304CED0-380F-41B8-A54F-47AE7449B4F6}" dt="2026-04-20T19:33:15.344" v="33" actId="47"/>
      <pc:docMkLst>
        <pc:docMk/>
      </pc:docMkLst>
      <pc:sldChg chg="modSp mod">
        <pc:chgData name="m dattilo" userId="02e58e8a81a91aa9" providerId="LiveId" clId="{3304CED0-380F-41B8-A54F-47AE7449B4F6}" dt="2026-04-20T19:33:10.462" v="32" actId="20577"/>
        <pc:sldMkLst>
          <pc:docMk/>
          <pc:sldMk cId="0" sldId="256"/>
        </pc:sldMkLst>
        <pc:spChg chg="mod">
          <ac:chgData name="m dattilo" userId="02e58e8a81a91aa9" providerId="LiveId" clId="{3304CED0-380F-41B8-A54F-47AE7449B4F6}" dt="2026-04-20T19:33:10.462" v="32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m dattilo" userId="02e58e8a81a91aa9" providerId="LiveId" clId="{3304CED0-380F-41B8-A54F-47AE7449B4F6}" dt="2026-04-20T19:33:15.344" v="33" actId="47"/>
        <pc:sldMkLst>
          <pc:docMk/>
          <pc:sldMk cId="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44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Taint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Web Vulnerabilities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CS336: Program Analysis for Security &amp; Privacy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 University  |  Spring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Raul, Lynda, Baylor, Roman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Taint Analysis?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4688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untrusted data enters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280160"/>
            <a:ext cx="24688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operations that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not get tainted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301752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sql_exec(query)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80160"/>
            <a:ext cx="24688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SANITIZER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that clean data,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taint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21031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sanitize(x)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Flag any path where a SOURCE reaches a SINK without passing through a SANITIZER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lexer.ml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46304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6304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taint.ml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Warnings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040880" y="146304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463040"/>
            <a:ext cx="1828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main.ml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built from scratch in OCaml — no external analysis libraries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Works: Transfer Functions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Statement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What happens to taint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 becomes TAINTED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:= expr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 is tainted if any var in expr is tainted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sanitize(x)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 becomes CLEAN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sink(expr)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WARNING if any var in expr is tainted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if...else...end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Merge both branches (union = sound)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while...end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Iterate until fixed point (no new taint)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Lattice: </a:t>
            </a: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⊑ Tainted  |  Join = union  |  Guarantees convergence (finite height)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Vulnerabilities Detected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1: SQL Injection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:=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sql_exec(query)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user → query → sql_exec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3: XSS Propagation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33832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6916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 :=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html_output(msg)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name → greeting → msg → html_output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4: Conditional Branch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3832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x&gt;0 then y:=x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y:=42 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y tainted via then-branch (sound merge)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5: Loop Propagation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3657600"/>
            <a:ext cx="33832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703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:= total+seed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total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572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seed taints total (fixed-point iteration)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Clean Programs Pass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2: Sanitized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29260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sanitize(user)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sql_exec(user)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warnings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 removes taint before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reaches the sink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6: No User Input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29260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:=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:= 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:= x + 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taint violations found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sources exist — hardcoded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always clean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tests total:  </a:t>
            </a: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vulnerabilities caught</a:t>
            </a:r>
            <a:r>
              <a:rPr lang="en-US" sz="1400" dirty="0">
                <a:solidFill>
                  <a:srgbClr val="64748B"/>
                </a:solidFill>
              </a:rPr>
              <a:t>  |  </a:t>
            </a:r>
            <a:r>
              <a:rPr lang="en-US" sz="1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clean programs verified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Soundness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Over-approximates at every join point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produce false positives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NEVER miss a real vulnerability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Union-based merge guarantees this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inter-procedural analysis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namespace (no heap/arrays)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Flow-sensitive but not path-sensitive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IMP-Core only (not real languages)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82296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Possible Extensions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sensitivity to reduce false positives  |  Inter-procedural analysis with call graphs  |  Implicit flows (control dependencies)  |  Target real languages (JS, PHP)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On-screen Show (16:9)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CS336: Static Taint Analysis for Web Vulnerabilities</dc:title>
  <dc:subject>PptxGenJS Presentation</dc:subject>
  <dc:creator>PptxGenJS</dc:creator>
  <cp:lastModifiedBy>m dattilo</cp:lastModifiedBy>
  <cp:revision>1</cp:revision>
  <dcterms:created xsi:type="dcterms:W3CDTF">2026-04-20T19:25:46Z</dcterms:created>
  <dcterms:modified xsi:type="dcterms:W3CDTF">2026-04-20T19:33:16Z</dcterms:modified>
</cp:coreProperties>
</file>